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4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68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2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95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809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00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72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545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660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575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581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PITTSBURGH BIKE SHARE</a:t>
            </a:r>
          </a:p>
          <a:p>
            <a:r>
              <a:rPr lang="en-US" dirty="0"/>
              <a:t>(Ayush Mishra, </a:t>
            </a:r>
            <a:r>
              <a:rPr lang="en-US" dirty="0" err="1"/>
              <a:t>Junwei</a:t>
            </a:r>
            <a:r>
              <a:rPr lang="en-US" dirty="0"/>
              <a:t> </a:t>
            </a:r>
            <a:r>
              <a:rPr lang="en-US" dirty="0" err="1"/>
              <a:t>Zhuge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31144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Pittsburgh’s Q3 and Q4 Bike Sharing Data.</a:t>
            </a:r>
          </a:p>
          <a:p>
            <a:endParaRPr lang="en-US" dirty="0"/>
          </a:p>
          <a:p>
            <a:r>
              <a:rPr lang="en-US" dirty="0"/>
              <a:t>From the given data, create learning models</a:t>
            </a:r>
          </a:p>
          <a:p>
            <a:endParaRPr lang="en-US" dirty="0"/>
          </a:p>
          <a:p>
            <a:r>
              <a:rPr lang="en-US" dirty="0"/>
              <a:t>Use these learned models to predict new data</a:t>
            </a:r>
          </a:p>
          <a:p>
            <a:endParaRPr lang="en-US" dirty="0"/>
          </a:p>
          <a:p>
            <a:r>
              <a:rPr lang="en-US" dirty="0"/>
              <a:t>What needs to be done?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6946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 the hourly “Counts” for all stations for the last 10 days of every month in Q3 and Q4.</a:t>
            </a:r>
          </a:p>
          <a:p>
            <a:endParaRPr lang="en-US" dirty="0"/>
          </a:p>
          <a:p>
            <a:r>
              <a:rPr lang="en-US" dirty="0"/>
              <a:t>The “Count” will be our response variable.</a:t>
            </a:r>
          </a:p>
          <a:p>
            <a:endParaRPr lang="en-US" dirty="0"/>
          </a:p>
          <a:p>
            <a:r>
              <a:rPr lang="en-US" dirty="0"/>
              <a:t>What it helps ultimately achieve?</a:t>
            </a:r>
          </a:p>
          <a:p>
            <a:endParaRPr lang="en-US" dirty="0"/>
          </a:p>
          <a:p>
            <a:r>
              <a:rPr lang="en-US" dirty="0"/>
              <a:t>The “re-balancing” problem</a:t>
            </a:r>
          </a:p>
        </p:txBody>
      </p:sp>
    </p:spTree>
    <p:extLst>
      <p:ext uri="{BB962C8B-B14F-4D97-AF65-F5344CB8AC3E}">
        <p14:creationId xmlns:p14="http://schemas.microsoft.com/office/powerpoint/2010/main" val="4100369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Pre-Processing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Prepping the data before analysis</a:t>
            </a:r>
          </a:p>
        </p:txBody>
      </p:sp>
    </p:spTree>
    <p:extLst>
      <p:ext uri="{BB962C8B-B14F-4D97-AF65-F5344CB8AC3E}">
        <p14:creationId xmlns:p14="http://schemas.microsoft.com/office/powerpoint/2010/main" val="416429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Bike trips by the hour                                                                                  (</a:t>
            </a:r>
            <a:r>
              <a:rPr lang="en-US" dirty="0" err="1"/>
              <a:t>fastigium</a:t>
            </a:r>
            <a:r>
              <a:rPr lang="en-US" dirty="0"/>
              <a:t> within 8-20hrs)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Bike trips by the day                                                                                   (not much variance on a daily basis)</a:t>
            </a:r>
          </a:p>
          <a:p>
            <a:endParaRPr lang="en-US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040" y="1027906"/>
            <a:ext cx="2560320" cy="268986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460" y="3717766"/>
            <a:ext cx="25019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208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Bike trips by the Month                                                                                 (Constant decrease towards the end of year)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Bike trips by User Type                                                                                   (Mostly User types 1 and 2)</a:t>
            </a:r>
          </a:p>
          <a:p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36" y="1171404"/>
            <a:ext cx="2423160" cy="2545715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1996" y="3717119"/>
            <a:ext cx="2552700" cy="268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104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the plots, we choose the numerical predictors:</a:t>
            </a:r>
          </a:p>
          <a:p>
            <a:pPr lvl="1"/>
            <a:r>
              <a:rPr lang="en-US" dirty="0"/>
              <a:t>“Month”, “Day”, “Hour”</a:t>
            </a:r>
          </a:p>
          <a:p>
            <a:pPr lvl="1"/>
            <a:r>
              <a:rPr lang="en-US" dirty="0"/>
              <a:t>“Hour” variable separated into the start and stop hours.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Apart from this, we have categorical predictors:</a:t>
            </a:r>
          </a:p>
          <a:p>
            <a:pPr lvl="1"/>
            <a:r>
              <a:rPr lang="en-US" dirty="0"/>
              <a:t>“Station ID”, “Rack Quantity”</a:t>
            </a:r>
          </a:p>
          <a:p>
            <a:pPr lvl="1"/>
            <a:r>
              <a:rPr lang="en-US" dirty="0"/>
              <a:t>User Type does not account for this problem since we are simply concerned with the counts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What’s the importance?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77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predictors are surely important in building the models.</a:t>
            </a:r>
          </a:p>
          <a:p>
            <a:r>
              <a:rPr lang="en-US" dirty="0"/>
              <a:t>But, what are we predicting here?</a:t>
            </a:r>
          </a:p>
          <a:p>
            <a:r>
              <a:rPr lang="en-US" dirty="0"/>
              <a:t>The “response” variable – “COUNT” (as mentioned in the initial slides)</a:t>
            </a:r>
          </a:p>
          <a:p>
            <a:r>
              <a:rPr lang="en-US" dirty="0"/>
              <a:t>This is procured by creating Group Counts.</a:t>
            </a:r>
          </a:p>
          <a:p>
            <a:pPr lvl="1"/>
            <a:r>
              <a:rPr lang="en-US" dirty="0"/>
              <a:t>To do this, we separated the data into Start Counts which were formed by combining:</a:t>
            </a:r>
          </a:p>
          <a:p>
            <a:pPr lvl="2"/>
            <a:r>
              <a:rPr lang="en-US" dirty="0"/>
              <a:t>“Start Station ID”, “Month”, “Day”, “Start Hour”, “Start Rack Quantity”</a:t>
            </a:r>
          </a:p>
          <a:p>
            <a:pPr lvl="2"/>
            <a:r>
              <a:rPr lang="en-US" dirty="0"/>
              <a:t>We get Start Counts</a:t>
            </a:r>
          </a:p>
          <a:p>
            <a:pPr lvl="1"/>
            <a:r>
              <a:rPr lang="en-US" dirty="0"/>
              <a:t>We also separated the data into Stop Counts which were formed by combining:</a:t>
            </a:r>
          </a:p>
          <a:p>
            <a:pPr lvl="2"/>
            <a:r>
              <a:rPr lang="en-US" dirty="0"/>
              <a:t>“Stop Station ID”, “Month”, “Day”, “Stop Hour”, “Stop Rack Quantity”</a:t>
            </a:r>
          </a:p>
          <a:p>
            <a:pPr lvl="2"/>
            <a:r>
              <a:rPr lang="en-US" dirty="0"/>
              <a:t>We get Stop Counts</a:t>
            </a:r>
          </a:p>
        </p:txBody>
      </p:sp>
    </p:spTree>
    <p:extLst>
      <p:ext uri="{BB962C8B-B14F-4D97-AF65-F5344CB8AC3E}">
        <p14:creationId xmlns:p14="http://schemas.microsoft.com/office/powerpoint/2010/main" val="793260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are interested in getting the cumulative counts of bikes “rented out” as opposed to bikes “deposited in” each hour.</a:t>
            </a:r>
          </a:p>
          <a:p>
            <a:r>
              <a:rPr lang="en-US" dirty="0"/>
              <a:t>This gives us the total bike flow each hour</a:t>
            </a:r>
          </a:p>
          <a:p>
            <a:r>
              <a:rPr lang="en-US" dirty="0"/>
              <a:t>We derive this final count by combining the Start and Stop Counts data by merging based on “Start Station ID” and “Stop Station ID”</a:t>
            </a:r>
          </a:p>
          <a:p>
            <a:r>
              <a:rPr lang="en-US" dirty="0"/>
              <a:t>Finally, we subtract the “Start Counts” at every station every hour from “Stop Counts” at every station every hour. This gives us residual counts of bikes every hour.</a:t>
            </a:r>
          </a:p>
          <a:p>
            <a:r>
              <a:rPr lang="en-US" dirty="0"/>
              <a:t>A positive number means -&gt; bikes “brought in”</a:t>
            </a:r>
          </a:p>
          <a:p>
            <a:r>
              <a:rPr lang="en-US" dirty="0"/>
              <a:t>Negative Number -&gt; bikes “rented out”</a:t>
            </a:r>
          </a:p>
          <a:p>
            <a:r>
              <a:rPr lang="en-US" dirty="0"/>
              <a:t>A zero value means inflow of bikes is equal to outflow in that hour.</a:t>
            </a:r>
          </a:p>
        </p:txBody>
      </p:sp>
    </p:spTree>
    <p:extLst>
      <p:ext uri="{BB962C8B-B14F-4D97-AF65-F5344CB8AC3E}">
        <p14:creationId xmlns:p14="http://schemas.microsoft.com/office/powerpoint/2010/main" val="913472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off-shoot approach is to discount the “days” and reduce the categorization to “weekdays” and “weekends”. </a:t>
            </a:r>
          </a:p>
          <a:p>
            <a:r>
              <a:rPr lang="en-US" dirty="0"/>
              <a:t>This helps in reducing the sparsity of our counts matrix.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856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Testing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order to finally build the models, we need to separate the data in training and testing sets. </a:t>
            </a:r>
          </a:p>
          <a:p>
            <a:endParaRPr lang="en-US" dirty="0"/>
          </a:p>
          <a:p>
            <a:r>
              <a:rPr lang="en-US" dirty="0"/>
              <a:t>The problem requirement states that the data be divided into two sets -&gt; the first 20 days of a month and the rest of the days.</a:t>
            </a:r>
          </a:p>
          <a:p>
            <a:endParaRPr lang="en-US" dirty="0"/>
          </a:p>
          <a:p>
            <a:r>
              <a:rPr lang="en-US" dirty="0"/>
              <a:t>The first set acts as our training set (first 20 days of every month)</a:t>
            </a:r>
          </a:p>
          <a:p>
            <a:endParaRPr lang="en-US" dirty="0"/>
          </a:p>
          <a:p>
            <a:r>
              <a:rPr lang="en-US" dirty="0"/>
              <a:t>The second set acts as our test set (The rest of the data)</a:t>
            </a:r>
          </a:p>
        </p:txBody>
      </p:sp>
    </p:spTree>
    <p:extLst>
      <p:ext uri="{BB962C8B-B14F-4D97-AF65-F5344CB8AC3E}">
        <p14:creationId xmlns:p14="http://schemas.microsoft.com/office/powerpoint/2010/main" val="3686261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</TotalTime>
  <Words>594</Words>
  <Application>Microsoft Office PowerPoint</Application>
  <PresentationFormat>Widescreen</PresentationFormat>
  <Paragraphs>75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Introduction</vt:lpstr>
      <vt:lpstr>Problem</vt:lpstr>
      <vt:lpstr>Goal </vt:lpstr>
      <vt:lpstr>Pre-Processing</vt:lpstr>
      <vt:lpstr>Plots</vt:lpstr>
      <vt:lpstr>Plots</vt:lpstr>
      <vt:lpstr>Predictors</vt:lpstr>
      <vt:lpstr>Response Variable</vt:lpstr>
      <vt:lpstr>Response Variable (contd..)</vt:lpstr>
      <vt:lpstr>Response Variable (contd..)</vt:lpstr>
      <vt:lpstr>Training &amp; Testing Sets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Ayush Mishra</dc:creator>
  <cp:lastModifiedBy>Ayush Mishra</cp:lastModifiedBy>
  <cp:revision>13</cp:revision>
  <dcterms:created xsi:type="dcterms:W3CDTF">2016-04-18T15:34:32Z</dcterms:created>
  <dcterms:modified xsi:type="dcterms:W3CDTF">2016-04-18T17:43:21Z</dcterms:modified>
</cp:coreProperties>
</file>